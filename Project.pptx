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GB"/>
              <a:t>EMA filter</a:t>
            </a:r>
            <a:endParaRPr lang="en-US" alt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GB"/>
              <a:t>FPGA project</a:t>
            </a:r>
            <a:endParaRPr lang="en-US" alt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General equation 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y[n] = α*x[n] + (1−α)*y[n−1]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LUTs are used to perform the multiplications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Two LUT modules were created for each of the multiplications </a:t>
            </a:r>
            <a:r>
              <a:rPr lang="en-US" altLang="en-GB">
                <a:sym typeface="+mn-ea"/>
              </a:rPr>
              <a:t>α*x[n] and (1−α)*y[n−1] </a:t>
            </a:r>
            <a:r>
              <a:rPr lang="en-US" altLang="en-GB"/>
              <a:t>and all entries were manually entered for inputs from 0 to 255.</a:t>
            </a: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Outputs</a:t>
            </a:r>
            <a:endParaRPr lang="en-US" alt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To verify if the output values were correct, all the output was dumped into a textfile through the testbench</a:t>
            </a:r>
            <a:endParaRPr lang="en-US" altLang="en-GB"/>
          </a:p>
          <a:p>
            <a:endParaRPr lang="en-US" altLang="en-GB"/>
          </a:p>
          <a:p>
            <a:r>
              <a:rPr lang="en-US" altLang="en-GB"/>
              <a:t>Later the input and output graphs were plotted using Python for comparision</a:t>
            </a:r>
            <a:endParaRPr lang="en-U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Test cases</a:t>
            </a:r>
            <a:endParaRPr lang="en-US" altLang="en-GB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81150" y="1691005"/>
            <a:ext cx="87261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Test cases</a:t>
            </a:r>
            <a:endParaRPr lang="en-US" altLang="en-GB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24000" y="1691005"/>
            <a:ext cx="871664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Test cases</a:t>
            </a:r>
            <a:endParaRPr lang="en-US" altLang="en-GB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67205" y="1825625"/>
            <a:ext cx="865632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/>
              <a:t>Timing Without v/s With LUT</a:t>
            </a:r>
            <a:endParaRPr lang="en-US" altLang="en-GB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193"/>
          <a:stretch>
            <a:fillRect/>
          </a:stretch>
        </p:blipFill>
        <p:spPr>
          <a:xfrm>
            <a:off x="654050" y="1790065"/>
            <a:ext cx="10495280" cy="22720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0" y="4161155"/>
            <a:ext cx="10825480" cy="22447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</Words>
  <Application>WPS Presentation</Application>
  <PresentationFormat>Widescreen</PresentationFormat>
  <Paragraphs>26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satma</dc:creator>
  <cp:lastModifiedBy>Satya</cp:lastModifiedBy>
  <cp:revision>4</cp:revision>
  <dcterms:created xsi:type="dcterms:W3CDTF">2025-07-23T00:59:00Z</dcterms:created>
  <dcterms:modified xsi:type="dcterms:W3CDTF">2025-11-19T18:04:14Z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BCB0DE510AF14215A74771F787C9EC34_11</vt:lpwstr>
  </property>
  <property fmtid="{D5CDD505-2E9C-101B-9397-08002B2CF9AE}" pid="3" name="KSOProductBuildVer">
    <vt:lpwstr>2057-12.2.0.23149</vt:lpwstr>
  </property>
</Properties>
</file>